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56032"/>
          </a:xfrm>
          <a:prstGeom prst="rect">
            <a:avLst/>
          </a:prstGeom>
          <a:solidFill>
            <a:srgbClr val="2A101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กลยุทธ์ยั่งยืน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— 3 Growth Loops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Funnel เผา Audience ทีเดียวแล้วตาย  ·  Loop สร้างยอดได้เรื่อยๆ โดยไม่ต้องเพิ่มงบ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274320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64792"/>
            <a:ext cx="594360" cy="228600"/>
          </a:xfrm>
          <a:prstGeom prst="rect">
            <a:avLst/>
          </a:prstGeom>
          <a:solidFill>
            <a:srgbClr val="1A3A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6479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2C55E"/>
                </a:solidFill>
              </a:rPr>
              <a:t>LOOP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Compounding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862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Evergreen Content สร้างยอดขายตลอด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โดยไม่ต้องยิงโฆษณาซ้ำ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55848"/>
            <a:ext cx="237744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🎬  สร้าง Evergreen How-to Content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📡  Algorithm แจกจ่ายให้ Audience ใหม่ทุกวัน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💰  View → ซื้อหนังสือ / คอร์ส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🔁  รายได้ → ผลิต Content ใหม่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736592"/>
            <a:ext cx="2743200" cy="384048"/>
          </a:xfrm>
          <a:prstGeom prst="rect">
            <a:avLst/>
          </a:prstGeom>
          <a:solidFill>
            <a:srgbClr val="111111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4736592"/>
            <a:ext cx="4572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736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KPI: Monthly View Growth Rate ≥ +10%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1600200"/>
            <a:ext cx="274320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600200"/>
            <a:ext cx="27432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9000" y="1764792"/>
            <a:ext cx="594360" cy="228600"/>
          </a:xfrm>
          <a:prstGeom prst="rect">
            <a:avLst/>
          </a:prstGeom>
          <a:solidFill>
            <a:srgbClr val="2A1A3A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76479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855F7"/>
                </a:solidFill>
              </a:rPr>
              <a:t>LOOP 2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2900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Community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Advocacy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429000" y="2862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ลูกค้าเดิมช่วยดึง Audience ใหม่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เข้า Funnel โดยอัตโนมัติ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29000" y="3355848"/>
            <a:ext cx="237744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429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📖  ซื้อหนังสือ / เข้า Community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✨  แชร์ผลลัพธ์ที่ได้บน Social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👀  เพื่อนเห็น → สนใจ → ซื้อ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🔁  Community ใหญ่ขึ้นทุกรอบ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4736592"/>
            <a:ext cx="2743200" cy="384048"/>
          </a:xfrm>
          <a:prstGeom prst="rect">
            <a:avLst/>
          </a:prstGeom>
          <a:solidFill>
            <a:srgbClr val="111111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4736592"/>
            <a:ext cx="45720" cy="3840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736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KPI: Referral Rate ≥ 15% ต่อเดือน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2743200" cy="3520440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60020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764792"/>
            <a:ext cx="594360" cy="228600"/>
          </a:xfrm>
          <a:prstGeom prst="rect">
            <a:avLst/>
          </a:prstGeom>
          <a:solidFill>
            <a:srgbClr val="3A2A1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764792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59E0B"/>
                </a:solidFill>
              </a:rPr>
              <a:t>LOOP 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400800" y="20574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Ladder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0" y="28620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ลูกค้าเดิมซื้อซ้ำผ่าน Product ต่อเนื่อง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ไม่พึ่งแค่ลูกค้าใหม่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355848"/>
            <a:ext cx="237744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4290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📚  หนังสือ 290฿  →  ซื้อ + ไว้วางใจ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🎓  Workshop 990฿  →  ลง Deep Dive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🚀  คอร์ส 2,990฿  →  Upsell สูงสุด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</a:rPr>
              <a:t>🔁  CLV สูงขึ้น ไม่ต้องหาคนใหม่ตลอด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736592"/>
            <a:ext cx="2743200" cy="384048"/>
          </a:xfrm>
          <a:prstGeom prst="rect">
            <a:avLst/>
          </a:prstGeom>
          <a:solidFill>
            <a:srgbClr val="111111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736592"/>
            <a:ext cx="457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736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KPI: Customer Lifetime Value ≥ ฿900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111827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🔁  ทั้ง 3 Loops ทำงานร่วมกัน → Content ดึงคนเข้า → Community ขยาย Pool → Product Ladder เพิ่ม Revenue ต่อคน → ยอดไม่ตก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solidFill>
            <a:srgbClr val="1A1A2E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818CF8"/>
                </a:solidFill>
              </a:rPr>
              <a:t>BEST CASE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ยอดขายรายเดือน · UNITS แบ่งตามช่องทาง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658368"/>
            <a:ext cx="914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6016" y="6309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TikTok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0" y="658368"/>
            <a:ext cx="9144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17536" y="6309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Shopee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321040" y="658368"/>
            <a:ext cx="914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9056" y="6309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Facebook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" y="11155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พ.ค. 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1097280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1097280"/>
            <a:ext cx="1902549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1269" y="1097280"/>
            <a:ext cx="72151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2787" y="1097280"/>
            <a:ext cx="557597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10972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2,368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1143000"/>
            <a:ext cx="8229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11430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Pre-launch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" y="16459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มิ.ย. 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188720" y="1627632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1627632"/>
            <a:ext cx="3633116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1836" y="1627632"/>
            <a:ext cx="1387947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9784" y="1627632"/>
            <a:ext cx="1065481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16276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4,530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9560" y="1673352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16733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Growth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440" y="21762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ก.ค. 26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2157984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88720" y="2157984"/>
            <a:ext cx="373791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26638" y="2157984"/>
            <a:ext cx="1428255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4893" y="2157984"/>
            <a:ext cx="1095041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1579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4,660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2203704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22037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Peak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1440" y="27066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ส.ค. 26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188720" y="2688336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88720" y="2688336"/>
            <a:ext cx="3643865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32585" y="2688336"/>
            <a:ext cx="139197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24563" y="2688336"/>
            <a:ext cx="1068168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80160" y="26883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4,543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09560" y="2734056"/>
            <a:ext cx="8229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2734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Sustain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91440" y="323697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ก.ย. 26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88720" y="3218688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88720" y="3218688"/>
            <a:ext cx="2840388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29108" y="3218688"/>
            <a:ext cx="1086979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16087" y="3218688"/>
            <a:ext cx="833037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0160" y="32186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3,543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3264408"/>
            <a:ext cx="82296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32644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Slow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440" y="376732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ต.ค. 26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188720" y="3749040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88720" y="3749040"/>
            <a:ext cx="2309662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98382" y="3749040"/>
            <a:ext cx="882751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81133" y="3749040"/>
            <a:ext cx="677179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80160" y="3749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2,880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909560" y="3794760"/>
            <a:ext cx="82296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09560" y="37947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Slow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1440" y="4297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พ.ย. 26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88720" y="4279392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88720" y="4279392"/>
            <a:ext cx="1965699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54419" y="4279392"/>
            <a:ext cx="749733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904152" y="4279392"/>
            <a:ext cx="576408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280160" y="42793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2,450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909560" y="4325112"/>
            <a:ext cx="822960" cy="256032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09560" y="432511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–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91440" y="48280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</a:rPr>
              <a:t>ธ.ค. 26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188720" y="4809744"/>
            <a:ext cx="6583680" cy="347472"/>
          </a:xfrm>
          <a:prstGeom prst="rect">
            <a:avLst/>
          </a:prstGeom>
          <a:solidFill>
            <a:srgbClr val="1A1A1A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88720" y="4809744"/>
            <a:ext cx="159755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786270" y="4809744"/>
            <a:ext cx="609998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96268" y="4809744"/>
            <a:ext cx="468919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80160" y="48097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1,992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909560" y="4855464"/>
            <a:ext cx="82296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09560" y="4855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Year-end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5431536"/>
            <a:ext cx="8595360" cy="292608"/>
          </a:xfrm>
          <a:prstGeom prst="rect">
            <a:avLst/>
          </a:prstGeom>
          <a:solidFill>
            <a:srgbClr val="111111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5431536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Channel Mix (อ้างอิงจาก Actual Feb–Apr 26):     🔴 TikTok 60%     🟠 Shopee 23%     🔵 Facebook 17%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Loop Strategy — How-to Market</dc:title>
  <dc:subject>PptxGenJS Presentation</dc:subject>
  <dc:creator>PptxGenJS</dc:creator>
  <cp:lastModifiedBy>PptxGenJS</cp:lastModifiedBy>
  <cp:revision>1</cp:revision>
  <dcterms:created xsi:type="dcterms:W3CDTF">2026-04-27T04:28:36Z</dcterms:created>
  <dcterms:modified xsi:type="dcterms:W3CDTF">2026-04-27T04:28:36Z</dcterms:modified>
</cp:coreProperties>
</file>